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5120640"/>
            <a:ext cx="1280160" cy="12801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INTERNSHIP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Store Sales Insights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Prediction Model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Random Forest Regression to forecast retail sales from transaction data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434840"/>
            <a:ext cx="201168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70916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  </a:t>
            </a:r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Cirimamilla Chandrika
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 </a:t>
            </a:r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Internship
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 </a:t>
            </a:r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Nyeras Technologies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Sales Prediction Matters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54480" y="18105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at Scale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21488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businesses generate large volumes of sales data every single day.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175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54480" y="29992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Behavior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54480" y="33375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this data reveals customer behavior and emerging sales trends.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206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4480" y="41879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Power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54480" y="45262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enables accurate forecasting of future sales performance.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39496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3949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🌲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54480" y="53766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54480" y="57150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applies Random Forest Regression to model retail sales.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 Sales Insights and Prediction Model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Set Out To 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945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874520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retail store sales data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035040" y="187452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21945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2194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040880" y="1874520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data preprocessing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33832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7033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03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00200" y="3383280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Exploratory Data Analysis (EDA)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035040" y="33832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37033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3703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040880" y="3383280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Random Forest Regression model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94360" y="48920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52120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212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00200" y="4892040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future retail sales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035040" y="48920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52120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5212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040880" y="4892040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model performance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 Sales Insights and Prediction Model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Inside the Retail Dataset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7830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 store sales dataset combining customer, product, and transaction-level details, used to uncover patterns and train the prediction model.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" y="26060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7889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34290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Information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26060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2E3B85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27889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74720" y="34290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26060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172200" y="27889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263640" y="34290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Amount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61120" y="26060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2E3B85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0" y="27889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052560" y="34290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43891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5720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🏷️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5800" y="52120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83280" y="43891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2E3B85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45720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🔢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474720" y="52120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72200" y="43891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172200" y="45720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263640" y="52120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961120" y="43891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2E3B85"/>
          </a:solidFill>
          <a:ln/>
        </p:spPr>
      </p:sp>
      <p:sp>
        <p:nvSpPr>
          <p:cNvPr id="27" name="Text 25"/>
          <p:cNvSpPr/>
          <p:nvPr/>
        </p:nvSpPr>
        <p:spPr>
          <a:xfrm>
            <a:off x="8961120" y="45720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💳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052560" y="52120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 Sales Insights and Prediction Model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 Behind the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9202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337560" y="192024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19202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80760" y="192024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19202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823960" y="192024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23960" y="19202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306324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0632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337560" y="306324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30632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80760" y="306324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F5F7FC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30632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4434840"/>
            <a:ext cx="10744200" cy="100584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5628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481888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Regression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 Sales Insights and Prediction Model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Visualizing the Sales Data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pic>
        <p:nvPicPr>
          <p:cNvPr id="5" name="Image 0" descr="/home/claude/pptx_build/images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4132" y="1892808"/>
            <a:ext cx="2135416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34290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Distribution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309360" y="178308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pic>
        <p:nvPicPr>
          <p:cNvPr id="8" name="Image 1" descr="/home/claude/pptx_build/images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0605" y="1892808"/>
            <a:ext cx="2032470" cy="1463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09360" y="34290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Category-wise Sales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94360" y="402336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pic>
        <p:nvPicPr>
          <p:cNvPr id="11" name="Image 2" descr="/home/claude/pptx_build/images/image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657" y="4133088"/>
            <a:ext cx="2244366" cy="1463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94360" y="56692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Region-wise Sales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309360" y="402336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pic>
        <p:nvPicPr>
          <p:cNvPr id="14" name="Image 3" descr="/home/claude/pptx_build/images/image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698" y="4133088"/>
            <a:ext cx="2010284" cy="1463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09360" y="56692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Distribution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 Sales Insights and Prediction Model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Variables Relate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263640" y="1783080"/>
            <a:ext cx="4932259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pic>
        <p:nvPicPr>
          <p:cNvPr id="5" name="Image 0" descr="/home/claude/pptx_build/images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920240"/>
            <a:ext cx="4657939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19202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Heatmap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94360" y="246888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heatmap shows the relationship between numerical variables and helps identify important features.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" y="3794760"/>
            <a:ext cx="146304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402336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correlations guide which features matter most for predicting sales — supporting smarter feature selection for the model.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 Sales Insights and Prediction Model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 &amp; EVALUATION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Regression Performance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0116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4,656.20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27249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10128" y="18288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310128" y="20116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66.6M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310128" y="27249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25896" y="18288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025896" y="20116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8,160.63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025896" y="27249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41664" y="18288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2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8741664" y="20116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0.9927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741664" y="27249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429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R² of 0.9927 means the model explains about 99.27% of the variation in sales — an excellent fit.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244959" y="3931920"/>
            <a:ext cx="3699034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pic>
        <p:nvPicPr>
          <p:cNvPr id="18" name="Image 0" descr="/home/claude/pptx_build/images/imag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2119" y="4069080"/>
            <a:ext cx="3424714" cy="23317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382119" y="6419088"/>
            <a:ext cx="34247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 Sales Insights and Prediction Model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Data Into Decisions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65176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99.27%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 achieved by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Random Forest model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51960" y="201168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425196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1965960"/>
            <a:ext cx="6720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predicted retail sales successfully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51960" y="301752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425196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2971800"/>
            <a:ext cx="6720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prediction accuracy was achieved across the test data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251960" y="40233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3977640"/>
            <a:ext cx="6720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 support better business decision-making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51960" y="502920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4251960" y="5029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4983480"/>
            <a:ext cx="6720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sales values closely tracked actual sales, confirming the model learned real patterns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 Sales Insights and Prediction Model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Wrapping Up and Looking Ahead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5F7F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data was successfully analyzed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Regression provided excellent prediction accuracy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the effectiveness of machine learning in retail sales forecasting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246888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larger datasets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different ML algorithms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Power BI dashboard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web application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 Sales Insights and Prediction Model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Shape 2"/>
          <p:cNvSpPr/>
          <p:nvPr/>
        </p:nvSpPr>
        <p:spPr>
          <a:xfrm>
            <a:off x="5760720" y="324612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37744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0" y="34290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 Sales Insights and Prediction Model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2026-07-15T10:56:26Z</dcterms:created>
  <dcterms:modified xsi:type="dcterms:W3CDTF">2026-07-15T10:56:26Z</dcterms:modified>
</cp:coreProperties>
</file>